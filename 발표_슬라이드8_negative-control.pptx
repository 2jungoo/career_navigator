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평가셋은 16개 도메인을 각 5개씩 균형 있게 80개, 여기에 negative control 4개를 더해 84개로 구성했습니다. 키워드 없이 의미로만 판단해야 하는 lexical_gap, 도메인이 섞인 stress_test를 일부러 넣어 난이도를 높였습니다. 특히 직무 정보가 전혀 없는 negative control 4개는 어느 도메인을 찍는 게 아니라 '증거 부족으로 기권'하는 것이 정답입니다. 모르면 모른다고 말하는 설계라 Coverage가 100%가 아닌 것은 결함이 아니라 의도된 것입니다. 또 실제 자소서 PDF 30개를 별도 확보해 홀드아웃으로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29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10029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데이터셋 카드 — 균형 · 난이도 · 기권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96012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545003" cy="105156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lnSpc>
                <a:spcPct val="104000"/>
              </a:lnSpc>
            </a:pPr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84</a:t>
            </a:r>
          </a:p>
          <a:p>
            <a:pPr algn="ctr">
              <a:lnSpc>
                <a:spcPct val="104000"/>
              </a:lnSpc>
              <a:spcBef>
                <a:spcPts val="300"/>
              </a:spcBef>
            </a:pPr>
            <a:r>
              <a:rPr sz="125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평가셋 (16개 도메인 × 5 균형)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3683" y="1783080"/>
            <a:ext cx="2545003" cy="105156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lnSpc>
                <a:spcPct val="104000"/>
              </a:lnSpc>
            </a:pPr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  <a:p>
            <a:pPr algn="ctr">
              <a:lnSpc>
                <a:spcPct val="104000"/>
              </a:lnSpc>
              <a:spcBef>
                <a:spcPts val="300"/>
              </a:spcBef>
            </a:pPr>
            <a:r>
              <a:rPr sz="125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실제 자소서 PDF (홀드아웃)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783080"/>
            <a:ext cx="2545003" cy="105156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lnSpc>
                <a:spcPct val="104000"/>
              </a:lnSpc>
            </a:pPr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130</a:t>
            </a:r>
          </a:p>
          <a:p>
            <a:pPr algn="ctr">
              <a:lnSpc>
                <a:spcPct val="104000"/>
              </a:lnSpc>
              <a:spcBef>
                <a:spcPts val="300"/>
              </a:spcBef>
            </a:pPr>
            <a:r>
              <a:rPr sz="125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사전계산 SBERT 임베딩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331" y="1783080"/>
            <a:ext cx="2545003" cy="105156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lnSpc>
                <a:spcPct val="104000"/>
              </a:lnSpc>
            </a:pPr>
            <a:r>
              <a:rPr sz="2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600+</a:t>
            </a:r>
          </a:p>
          <a:p>
            <a:pPr algn="ctr">
              <a:lnSpc>
                <a:spcPct val="104000"/>
              </a:lnSpc>
              <a:spcBef>
                <a:spcPts val="300"/>
              </a:spcBef>
            </a:pPr>
            <a:r>
              <a:rPr sz="125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도메인 키워드 사전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평가셋 구성 — 쉬운 문장만 넣지 않았다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7971967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7971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84615" y="3611880"/>
            <a:ext cx="1422577" cy="4572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84615" y="3657600"/>
            <a:ext cx="142257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25481" y="3611880"/>
            <a:ext cx="1029614" cy="457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5481" y="3657600"/>
            <a:ext cx="10296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73384" y="3611880"/>
            <a:ext cx="505663" cy="457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11002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3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synthetic 61    </a:t>
            </a:r>
            <a:r>
              <a:rPr sz="1200" b="0">
                <a:solidFill>
                  <a:srgbClr val="60A5FA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3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lexical_gap 11 — 키워드 없이 의미로만 판단    </a:t>
            </a:r>
            <a:r>
              <a:rPr sz="1200" b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3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stress_test 8 — 도메인 혼재    </a:t>
            </a:r>
            <a:r>
              <a:rPr sz="1200" b="0">
                <a:solidFill>
                  <a:srgbClr val="CBD5E1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13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negative 4 — 직무 정보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92040"/>
            <a:ext cx="11002975" cy="10515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146304" tIns="54864" bIns="54864"/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함정 샘플 · 기권 설계 — </a:t>
            </a:r>
            <a:r>
              <a:rPr sz="155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직무 정보 없는 negative control 4개는 '증거 부족 → 기권'이 정답</a:t>
            </a:r>
          </a:p>
          <a:p>
            <a:pPr algn="l">
              <a:lnSpc>
                <a:spcPct val="104000"/>
              </a:lnSpc>
              <a:spcBef>
                <a:spcPts val="500"/>
              </a:spcBef>
            </a:pPr>
            <a:r>
              <a:rPr sz="135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억지로 한 도메인을 단정하지 않고 모르면 기권 — Coverage &lt; 100%는 결함이 아니라 의도된 안전장치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029200"/>
            <a:ext cx="45720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295" y="6446520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12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08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